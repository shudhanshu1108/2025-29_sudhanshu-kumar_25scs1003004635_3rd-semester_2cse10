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Saira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894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Python-Based Application Development and Automation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90435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Internship Report · B.Tech CSE · School of Computer Science and Engineering, IILM University, Greater Noida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721820"/>
            <a:ext cx="5008140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778474"/>
            <a:ext cx="53909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SUDHANSHU KUMAR · ROLL NO. 25SCS1003004635 · BATCH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54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Declaration &amp; Acknowledgement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839541"/>
            <a:ext cx="5476043" cy="2053034"/>
          </a:xfrm>
          <a:prstGeom prst="roundRect">
            <a:avLst>
              <a:gd name="adj" fmla="val 13258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302855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Candidate's Declaration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512840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I, Sudhanshu Kumar, declare this internship report is my original academic work, completed as Python Developer Intern at Codec Technologies Pvt. Ltd. (10/06/2026 – 10/07/2026). All references have been acknowledged.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0285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Acknowledgement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512840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Grateful to Codec Technologies for guidance and practical exposure to Python development. Thankful to IILM University for academic support, and to my parents, teachers, and friends for their continuous encouragement.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6178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Internship Offer Letter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233360" y="1253133"/>
            <a:ext cx="6296860" cy="942082"/>
          </a:xfrm>
          <a:prstGeom prst="roundRect">
            <a:avLst>
              <a:gd name="adj" fmla="val 15518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4827" y="1434604"/>
            <a:ext cx="593392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Designation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14827" y="1772146"/>
            <a:ext cx="5933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Developer Intern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334716"/>
            <a:ext cx="6296860" cy="942082"/>
          </a:xfrm>
          <a:prstGeom prst="roundRect">
            <a:avLst>
              <a:gd name="adj" fmla="val 15518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4827" y="2516188"/>
            <a:ext cx="593392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Duration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14827" y="2853730"/>
            <a:ext cx="5933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10/06/2026 – 10/07/2026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3416300"/>
            <a:ext cx="6296860" cy="942082"/>
          </a:xfrm>
          <a:prstGeom prst="roundRect">
            <a:avLst>
              <a:gd name="adj" fmla="val 15518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4827" y="3597771"/>
            <a:ext cx="593392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14827" y="3935313"/>
            <a:ext cx="5933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 India, Hybrid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4497884"/>
            <a:ext cx="6296860" cy="942082"/>
          </a:xfrm>
          <a:prstGeom prst="roundRect">
            <a:avLst>
              <a:gd name="adj" fmla="val 15518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4827" y="4679355"/>
            <a:ext cx="593392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Reporting To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14827" y="5016897"/>
            <a:ext cx="593392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Assigned Project Head(s)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33360" y="5596930"/>
            <a:ext cx="629686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 is a global IT and business consultancy operating across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27+ countries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empowering learners and connecting diverse talent worldwide. Exceptional interns may qualify for a scholarship based on weekly performance reviews.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3644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2808982"/>
            <a:ext cx="3588652" cy="74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is widely used for application development, task automation, data processing, and intelligent software solutions. This internship at Codec Technologies focused on practical Python development.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0909"/>
            <a:ext cx="5385558" cy="95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550" y="5525790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Focus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92550" y="5796657"/>
            <a:ext cx="499960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of a Python-based workflow: input collection → processing → validation → output generation.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662" y="5370909"/>
            <a:ext cx="5385558" cy="9540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5737" y="5525790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Skills Applied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375737" y="5796657"/>
            <a:ext cx="499960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Functions, modules, data handling, error management, testing, and basic automation.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490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Organization Profile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55902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 is an IT and business consultancy and technology-learning organisation. Its mission is to empower individuals and organisations through technology solutions and learning experiences.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678906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062" y="2678906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Reach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942062" y="3087588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IT and business consultancy services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27+ countries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empowering global innovation and strategic growth.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070449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2062" y="4070449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Learning Programs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942062" y="4479131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internship and training programs, including Python Developer internships with hands-on exposure to industry tools.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461992"/>
            <a:ext cx="472468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2062" y="5461992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Certified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942062" y="5870674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9001:2015 certified and Google for Education Partner.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 &amp; 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07828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Repetitive tasks — data entry, validation, file handling — consume time and introduce errors when done manually. A Python-based solution can automate these with consistent program logic.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Objectives</a:t>
            </a:r>
            <a:endParaRPr lang="en-US" sz="1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3616" y="2340868"/>
            <a:ext cx="283461" cy="283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7024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practical Python skills through application-oriented work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3323729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workflow for input, processing, validation, and output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3616" y="4306590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7024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functions, modules, loops, and exception handling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3616" y="5289451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7024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data handling, file processing, and professional practices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0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Scope &amp; Technologies Used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981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Scope of the Project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82416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Python programming, application logic, data processing, basic automation, testing, and documentation. Intended as a learning and prototype-level implementation. Future extensions may include a GUI, database integration, web APIs, and cloud deployment.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6981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Technologies &amp; Tools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206030"/>
            <a:ext cx="2507394" cy="1807666"/>
          </a:xfrm>
          <a:prstGeom prst="roundRect">
            <a:avLst>
              <a:gd name="adj" fmla="val 941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0832" y="2414091"/>
            <a:ext cx="20912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540832" y="2898378"/>
            <a:ext cx="20912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logic &amp; automation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029176" y="2206030"/>
            <a:ext cx="2507394" cy="1807666"/>
          </a:xfrm>
          <a:prstGeom prst="roundRect">
            <a:avLst>
              <a:gd name="adj" fmla="val 941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7233" y="2414091"/>
            <a:ext cx="20912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 / CLI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237233" y="2898378"/>
            <a:ext cx="20912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Python-compatible editor &amp; command-line tools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4202708"/>
            <a:ext cx="2507394" cy="1807666"/>
          </a:xfrm>
          <a:prstGeom prst="roundRect">
            <a:avLst>
              <a:gd name="adj" fmla="val 941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0832" y="4410770"/>
            <a:ext cx="20912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Git/GitHub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540832" y="4895056"/>
            <a:ext cx="20912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Source-code management &amp; project tracking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29176" y="4202708"/>
            <a:ext cx="2507394" cy="1807666"/>
          </a:xfrm>
          <a:prstGeom prst="roundRect">
            <a:avLst>
              <a:gd name="adj" fmla="val 941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7233" y="4410770"/>
            <a:ext cx="20912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Standard Modules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237233" y="4895056"/>
            <a:ext cx="20912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data structures &amp; file-processing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57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Architecture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21172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Python application follows a modular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→ processing → output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architecture, allowing individual components to be tested and improved independently.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397099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516390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Output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408790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302276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 Processing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94675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Input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145907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4.1: System Architecture of the Python-Based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63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 &amp; Expected Outcomes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2241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799530"/>
            <a:ext cx="3515828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24745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Orientation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293243"/>
            <a:ext cx="351582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internship program, Python workflow, and project requirements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37934" y="152241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7934" y="1799530"/>
            <a:ext cx="3515828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4337934" y="1924745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Requirement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37934" y="2293243"/>
            <a:ext cx="351582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inputs, processing steps, validation rules, and expected outputs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14392" y="152241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14392" y="1799530"/>
            <a:ext cx="3515828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8014392" y="1924745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Design &amp; Development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14392" y="2293243"/>
            <a:ext cx="351582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application into functions/modules; implement using Python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475" y="312013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1475" y="3397250"/>
            <a:ext cx="5354007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522464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Processing &amp; Exception Handling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1475" y="3890963"/>
            <a:ext cx="535400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and validate sample data; handle invalid inputs gracefully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6113" y="312013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6113" y="3397250"/>
            <a:ext cx="5354107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6113" y="3522464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Testing &amp; Documentation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76113" y="3890963"/>
            <a:ext cx="53541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test cases, debug issues, and record project structure and learnings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1475" y="4737894"/>
            <a:ext cx="10868745" cy="1463477"/>
          </a:xfrm>
          <a:prstGeom prst="roundRect">
            <a:avLst>
              <a:gd name="adj" fmla="val 10716"/>
            </a:avLst>
          </a:prstGeom>
          <a:solidFill>
            <a:srgbClr val="7E3202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699" y="4973737"/>
            <a:ext cx="217780" cy="1742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27702" y="4942086"/>
            <a:ext cx="1012829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Expected Outcomes: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functional prototype demonstrating Python-based input processing and automation; improved understanding of Python syntax, functions, modules, data handling, and exception handling; practical experience organizing a small software project; better debugging and testing skills; exposure to professional development practices including documentation and source-code management; increased confidence in using Python for future academic and software-development projects.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5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Certificate of Completion &amp; References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549698"/>
            <a:ext cx="5476043" cy="4632722"/>
          </a:xfrm>
          <a:prstGeom prst="roundRect">
            <a:avLst>
              <a:gd name="adj" fmla="val 5875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73870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Certificate of Internship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222996"/>
            <a:ext cx="509802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Awarded to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Sudhanshu Kumar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Codec Technologies Pvt. Ltd. for completing the AICTE &amp; ICAC approved 1-Month internship as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 Developer Intern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(10/06/2026 – 10/07/2026).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Anurag Shrivastava, Program Manager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73870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References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222996"/>
            <a:ext cx="5203794" cy="3893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 — Official Website (organisation, internships, technology-learning programs). Accessed August 2026.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 — Placements/Internship information page (Python Developer opportunities). Accessed August 2026.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AICTE Internship Portal — Python Developer Internship program information. Accessed August 2026.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Internship Certificate, Codec Technologies Pvt. Ltd. (10/06/2026 – 10/07/2026).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Software Foundation — Python Documentation. Accessed August 2026.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2026-09-10T17:52:46Z</dcterms:created>
  <dcterms:modified xsi:type="dcterms:W3CDTF">2026-09-10T17:52:46Z</dcterms:modified>
</cp:coreProperties>
</file>